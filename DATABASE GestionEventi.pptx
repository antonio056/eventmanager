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IO PESCE" initials="AP" lastIdx="2" clrIdx="0">
    <p:extLst>
      <p:ext uri="{19B8F6BF-5375-455C-9EA6-DF929625EA0E}">
        <p15:presenceInfo xmlns:p15="http://schemas.microsoft.com/office/powerpoint/2012/main" userId="d4c4ca15779510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24T13:24:10.266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24T16:46:11.666" idx="2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08A91-7098-42D7-9DE2-95214538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492" y="1267933"/>
            <a:ext cx="8854878" cy="972840"/>
          </a:xfrm>
        </p:spPr>
        <p:txBody>
          <a:bodyPr/>
          <a:lstStyle/>
          <a:p>
            <a:r>
              <a:rPr lang="it-IT" dirty="0"/>
              <a:t>DATABASE </a:t>
            </a:r>
            <a:r>
              <a:rPr lang="it-IT" dirty="0" err="1"/>
              <a:t>GestionEventi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6F305A-4D85-41A7-BE0C-A2D987B45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6537" y="2840396"/>
            <a:ext cx="3506787" cy="368362"/>
          </a:xfrm>
        </p:spPr>
        <p:txBody>
          <a:bodyPr/>
          <a:lstStyle/>
          <a:p>
            <a:r>
              <a:rPr lang="it-IT" dirty="0"/>
              <a:t>Progettazione e sviluppo web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C04F29D-EEF5-4FBA-BBD8-C9E982D0E2CF}"/>
              </a:ext>
            </a:extLst>
          </p:cNvPr>
          <p:cNvSpPr/>
          <p:nvPr/>
        </p:nvSpPr>
        <p:spPr>
          <a:xfrm>
            <a:off x="4485318" y="4106239"/>
            <a:ext cx="3209223" cy="51098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Pesce Antonio</a:t>
            </a:r>
          </a:p>
        </p:txBody>
      </p:sp>
    </p:spTree>
    <p:extLst>
      <p:ext uri="{BB962C8B-B14F-4D97-AF65-F5344CB8AC3E}">
        <p14:creationId xmlns:p14="http://schemas.microsoft.com/office/powerpoint/2010/main" val="127835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E6819D-154E-4154-A0D2-1ED2F1C8F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551947" cy="729561"/>
          </a:xfrm>
        </p:spPr>
        <p:txBody>
          <a:bodyPr/>
          <a:lstStyle/>
          <a:p>
            <a:r>
              <a:rPr lang="it-IT" dirty="0"/>
              <a:t>REQUISITI DATABASE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4C4439E-96C0-4916-8542-A402611F9CF9}"/>
              </a:ext>
            </a:extLst>
          </p:cNvPr>
          <p:cNvSpPr txBox="1"/>
          <p:nvPr/>
        </p:nvSpPr>
        <p:spPr>
          <a:xfrm>
            <a:off x="2592924" y="1741105"/>
            <a:ext cx="75282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GestionEventi</a:t>
            </a:r>
            <a:r>
              <a:rPr lang="it-IT" dirty="0"/>
              <a:t> è una piattaforma progettata per gestire eventi, biglietti, pagamenti e soggetti coinvolti nell’organizzazione.</a:t>
            </a:r>
          </a:p>
          <a:p>
            <a:r>
              <a:rPr lang="it-IT" dirty="0"/>
              <a:t>Il sistema registra clienti, artisti e sponsor. I clienti acquistano biglietti per partecipare agli eventi, gli artisti prendono parte agli eventi tramite contratti, nei quali vengono indicati compenso, stato e ruolo svolto, mentre gli sponsor possono supportare economicamente uno o più eventi.</a:t>
            </a:r>
          </a:p>
          <a:p>
            <a:r>
              <a:rPr lang="it-IT" dirty="0"/>
              <a:t>Ogni evento contiene informazioni come titolo, data, ora, descrizione e genere, ed è collegato a un luogo specifico, definito da nome, indirizzo, città e capienza.</a:t>
            </a:r>
          </a:p>
          <a:p>
            <a:r>
              <a:rPr lang="it-IT" dirty="0"/>
              <a:t>I biglietti sono associati agli eventi e possono essere acquistati dai clienti tramite pagamenti, registrando importo, metodo, data ed esito.</a:t>
            </a:r>
          </a:p>
          <a:p>
            <a:r>
              <a:rPr lang="it-IT" dirty="0"/>
              <a:t>Il database consente quindi di gestire in modo ordinato tutte le informazioni principali legate agli eventi: dalla creazione dell’evento alla vendita dei biglietti, fino alla gestione di artisti, sponsor, luoghi, pagamenti e contratti.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779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C7511F-06EE-484C-BBCC-28EFBCDF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560911" cy="765419"/>
          </a:xfrm>
        </p:spPr>
        <p:txBody>
          <a:bodyPr/>
          <a:lstStyle/>
          <a:p>
            <a:r>
              <a:rPr lang="it-IT" dirty="0"/>
              <a:t>REQUISITI DATABASE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6D99071-13C2-4E48-8C5E-C2F698FD34E5}"/>
              </a:ext>
            </a:extLst>
          </p:cNvPr>
          <p:cNvSpPr txBox="1"/>
          <p:nvPr/>
        </p:nvSpPr>
        <p:spPr>
          <a:xfrm>
            <a:off x="2592924" y="1819835"/>
            <a:ext cx="72524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GestionEventi</a:t>
            </a:r>
            <a:r>
              <a:rPr lang="it-IT" dirty="0"/>
              <a:t> registra anche sponsorizzazioni, contratti con gli artisti e informazioni sui luoghi degli eventi.</a:t>
            </a:r>
          </a:p>
          <a:p>
            <a:r>
              <a:rPr lang="it-IT" dirty="0"/>
              <a:t>Sono presenti dati utili per gestire vendite, pagamenti, partecipazioni artistiche e sponsor, rendendo più semplice l’organizzazione e la consultazione delle informazioni.</a:t>
            </a:r>
          </a:p>
          <a:p>
            <a:r>
              <a:rPr lang="it-IT" dirty="0"/>
              <a:t>Grazie a questa struttura, il database permette di tracciare tutte le interazioni tra clienti, eventi, biglietti, artisti e sponsor, mantenendo ordine, integrità e facilità di gestione.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112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445151-CE4D-45BA-A308-2BA39B1E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866655" cy="771553"/>
          </a:xfrm>
        </p:spPr>
        <p:txBody>
          <a:bodyPr/>
          <a:lstStyle/>
          <a:p>
            <a:r>
              <a:rPr lang="it-IT" dirty="0"/>
              <a:t>SCHEMA E-R INIZIALE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C6A890-66CC-4329-BD58-D410EA65A77F}"/>
              </a:ext>
            </a:extLst>
          </p:cNvPr>
          <p:cNvSpPr txBox="1"/>
          <p:nvPr/>
        </p:nvSpPr>
        <p:spPr>
          <a:xfrm>
            <a:off x="5887452" y="1604211"/>
            <a:ext cx="60157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Il primo schema E-R rappresenta una versione iniziale della progettazione del database </a:t>
            </a:r>
            <a:r>
              <a:rPr lang="it-IT" sz="1600" dirty="0" err="1"/>
              <a:t>GestionEventi</a:t>
            </a:r>
            <a:r>
              <a:rPr lang="it-IT" sz="1600" dirty="0"/>
              <a:t>. Sono già presenti le entità principali come soggetto, cliente, artista, sponsor, evento, luogo, biglietto e pagamento. Lo schema mostra anche i collegamenti tra clienti e biglietti, pagamenti, eventi e luoghi, oltre alle relazioni con artisti e sponsor. Tuttavia, alcune relazioni risultano ancora generiche o da precisare meglio, soprattutto la partecipazione degli artisti agli eventi e il collegamento tra acquisto, pagamento e biglietto.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B42444-8E8B-4F99-864A-810D2D319556}"/>
              </a:ext>
            </a:extLst>
          </p:cNvPr>
          <p:cNvSpPr txBox="1"/>
          <p:nvPr/>
        </p:nvSpPr>
        <p:spPr>
          <a:xfrm>
            <a:off x="5887452" y="4367304"/>
            <a:ext cx="332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PROBLEMI EVIDENZIATI: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A84AC7D6-971C-46F7-8127-D47BDC782CFB}"/>
              </a:ext>
            </a:extLst>
          </p:cNvPr>
          <p:cNvSpPr/>
          <p:nvPr/>
        </p:nvSpPr>
        <p:spPr>
          <a:xfrm>
            <a:off x="6096000" y="4876800"/>
            <a:ext cx="5807241" cy="1828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Gerarchia tra soggetto, cliente, artista e sponsor da chiarire.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Relazioni artista-evento e sponsor-evento da definire meglio.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Collegamento acquisto, pagamento e biglietto da rendere più coerente.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8867D0B-E434-402C-8F2E-2F252022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95662"/>
            <a:ext cx="5125452" cy="40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83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905638-6BC6-4BCB-8AE1-2AC26B30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4820888" cy="648878"/>
          </a:xfrm>
        </p:spPr>
        <p:txBody>
          <a:bodyPr/>
          <a:lstStyle/>
          <a:p>
            <a:r>
              <a:rPr lang="it-IT" dirty="0"/>
              <a:t>SCHEMA E-R INIZIALE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D280B6F-C66D-4E79-9F14-8C64C46139DD}"/>
              </a:ext>
            </a:extLst>
          </p:cNvPr>
          <p:cNvSpPr txBox="1"/>
          <p:nvPr/>
        </p:nvSpPr>
        <p:spPr>
          <a:xfrm>
            <a:off x="5244353" y="1425388"/>
            <a:ext cx="6947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Il secondo schema E-R rappresenta una versione più ordinata e leggibile della progettazione. Le entità principali risultano più chiare: cliente, artista, sponsor, evento, luogo, biglietto, pagamento e contratto. Rispetto alla prima versione, la gestione dei biglietti e dei pagamenti è più lineare, mentre il contratto permette di descrivere meglio la partecipazione degli artisti agli eventi, specificando ruolo, compenso e stato. Restano però alcune criticità: alcune relazioni possono essere semplificate e la generalizzazione dei soggetti deve essere resa più coerente con il modello relazionale finale.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6A8BBE-5AFF-42FC-BEF9-2644FD24101D}"/>
              </a:ext>
            </a:extLst>
          </p:cNvPr>
          <p:cNvSpPr txBox="1"/>
          <p:nvPr/>
        </p:nvSpPr>
        <p:spPr>
          <a:xfrm>
            <a:off x="5244353" y="3886112"/>
            <a:ext cx="31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PROBLEMI EVIDENZIATI: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F2052FD-3D97-47DF-AAC5-E4B334AEFEA7}"/>
              </a:ext>
            </a:extLst>
          </p:cNvPr>
          <p:cNvSpPr/>
          <p:nvPr/>
        </p:nvSpPr>
        <p:spPr>
          <a:xfrm>
            <a:off x="5244353" y="4419636"/>
            <a:ext cx="6683188" cy="184470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Alcune relazioni restano ancora complesse.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Generalizzazione del soggetto non completamente stabile.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Necessità di maggiore coerenza tra schema E-R e tabelle finali.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19D851F-C057-4E64-9C8C-B2A36E5A8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9" y="1516499"/>
            <a:ext cx="4602711" cy="336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7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507E61-D9F9-49CF-AB11-97263825C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4722276" cy="691343"/>
          </a:xfrm>
        </p:spPr>
        <p:txBody>
          <a:bodyPr/>
          <a:lstStyle/>
          <a:p>
            <a:r>
              <a:rPr lang="it-IT" dirty="0"/>
              <a:t>SCHEMA E-R FINALE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D94DE46-4EE3-454B-9DF4-806C7548D756}"/>
              </a:ext>
            </a:extLst>
          </p:cNvPr>
          <p:cNvSpPr txBox="1"/>
          <p:nvPr/>
        </p:nvSpPr>
        <p:spPr>
          <a:xfrm>
            <a:off x="6096000" y="1437765"/>
            <a:ext cx="59676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Lo schema E-R finale è stato scelto per la sua chiarezza e coerenza con il modello relazionale. Separando in modo più stabile clienti, artisti e sponsor e introducendo contratto e biglietto come elementi centrali, il modello diventa più leggibile e semplice da tradurre in tabelle SQL. La struttura collega ogni evento a un luogo, ai biglietti acquistati dai clienti, agli sponsor e ai contratti degli artisti, specificando anche ruolo, compenso e stato del contratto. Questo permette di mantenere ordine, ridurre ridondanze e supportare future query e dashboard.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8C53B1-D93D-49BC-B398-613756966644}"/>
              </a:ext>
            </a:extLst>
          </p:cNvPr>
          <p:cNvSpPr txBox="1"/>
          <p:nvPr/>
        </p:nvSpPr>
        <p:spPr>
          <a:xfrm>
            <a:off x="6096000" y="4331368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VANTAGGI PRINCIPALI: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6D3B65D-F039-4CFA-A5C9-AD128A761368}"/>
              </a:ext>
            </a:extLst>
          </p:cNvPr>
          <p:cNvSpPr/>
          <p:nvPr/>
        </p:nvSpPr>
        <p:spPr>
          <a:xfrm>
            <a:off x="6096001" y="4823012"/>
            <a:ext cx="5967662" cy="18915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Separazione chiara tra soggetti principali: cliente, artista e sponsor.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Gestione completa di biglietti, pagamenti e contratti.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Collegamenti coerenti tra evento, luogo, sponsor e artisti.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Riduzione delle ridondanze e maggiore leggibilità del modello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E321571-110A-45C4-BE3E-D0290DF0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7" y="1524157"/>
            <a:ext cx="5367957" cy="380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0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BF80B4-5C18-42B9-A261-7BC2F767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71553"/>
          </a:xfrm>
        </p:spPr>
        <p:txBody>
          <a:bodyPr/>
          <a:lstStyle/>
          <a:p>
            <a:r>
              <a:rPr lang="it-IT" dirty="0"/>
              <a:t>ALTERNATIVE DI GENERALIZZAZIONE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C65C31-8B2E-429A-9F99-D4C372287EFE}"/>
              </a:ext>
            </a:extLst>
          </p:cNvPr>
          <p:cNvSpPr txBox="1"/>
          <p:nvPr/>
        </p:nvSpPr>
        <p:spPr>
          <a:xfrm>
            <a:off x="2939953" y="1395664"/>
            <a:ext cx="856465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Generalizzazione parziale:</a:t>
            </a:r>
          </a:p>
          <a:p>
            <a:endParaRPr lang="it-IT" sz="1600" dirty="0"/>
          </a:p>
          <a:p>
            <a:r>
              <a:rPr lang="it-IT" sz="1600" dirty="0"/>
              <a:t> 	In questo caso alcuni soggetti potrebbero non appartenere a nessun ruolo 	specifico. Sebbene sembri più flessibile, per </a:t>
            </a:r>
            <a:r>
              <a:rPr lang="it-IT" sz="1600" dirty="0" err="1"/>
              <a:t>GestionEventi</a:t>
            </a:r>
            <a:r>
              <a:rPr lang="it-IT" sz="1600" dirty="0"/>
              <a:t> risulta 	poco utile 	perché il sistema deve 	distinguere chiaramente clienti, 	artisti e sponsor per 	gestire acquisti, contratti e sponsorizzazioni.</a:t>
            </a:r>
          </a:p>
          <a:p>
            <a:pPr algn="just"/>
            <a:endParaRPr lang="it-IT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/>
              <a:t>Generalizzazione esclusiva:</a:t>
            </a:r>
          </a:p>
          <a:p>
            <a:pPr algn="just"/>
            <a:endParaRPr lang="it-IT" sz="1600" dirty="0"/>
          </a:p>
          <a:p>
            <a:r>
              <a:rPr lang="it-IT" sz="1600" dirty="0"/>
              <a:t>	Ogni soggetto può assumere un solo ruolo alla volta, ad esempio solo 	Cliente , solo Artista oppure solo Sponsor. Questa soluzione è semplice e 	ordinata, ma limita la flessibilità nel caso in cui un soggetto possa avere ruoli 	diversi nel sistema.</a:t>
            </a:r>
          </a:p>
          <a:p>
            <a:pPr algn="just"/>
            <a:endParaRPr lang="it-IT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/>
              <a:t>Generalizzazione Ibrida:</a:t>
            </a:r>
          </a:p>
          <a:p>
            <a:pPr algn="just"/>
            <a:endParaRPr lang="it-IT" sz="1600" dirty="0"/>
          </a:p>
          <a:p>
            <a:r>
              <a:rPr lang="it-IT" sz="1600" dirty="0"/>
              <a:t>	La generalizzazione ibrida combina regole totali/parziali e 	sovrapposte/esclusive. Può rappresentare situazioni più 	complesse, ma 	aumenta la difficoltà del modello e delle query. Per questo, nel database 	è 	preferibile mantenere una struttura 	chiara e facilmente traducibile nel 	modello relazionale.</a:t>
            </a:r>
          </a:p>
          <a:p>
            <a:pPr algn="just"/>
            <a:endParaRPr lang="it-IT" sz="16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758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1841D7-4EE6-446F-9B17-41C8F7DF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67806"/>
          </a:xfrm>
        </p:spPr>
        <p:txBody>
          <a:bodyPr/>
          <a:lstStyle/>
          <a:p>
            <a:r>
              <a:rPr lang="it-IT" dirty="0"/>
              <a:t>GENERALIZZAZIONE DEI SOGGETTI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85F07F4-336D-41C7-81E9-08659F4F9BC0}"/>
              </a:ext>
            </a:extLst>
          </p:cNvPr>
          <p:cNvSpPr txBox="1"/>
          <p:nvPr/>
        </p:nvSpPr>
        <p:spPr>
          <a:xfrm>
            <a:off x="2592924" y="1657056"/>
            <a:ext cx="8486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database </a:t>
            </a:r>
            <a:r>
              <a:rPr lang="it-IT" dirty="0" err="1"/>
              <a:t>GestionEventi</a:t>
            </a:r>
            <a:r>
              <a:rPr lang="it-IT" dirty="0"/>
              <a:t> utilizza una generalizzazione totale tra i soggetti del sistema. Tutti i soggetti sono rappresentati dall’entità padre SOGGETTO e si specializzano in CLIENTE, ARTISTA e SPONSOR. Questa struttura garantisce che ogni soggetto abbia almeno un ruolo, evitando dati incoerenti o entità isolate. Un CLIENTE acquista biglietti, un ARTISTA partecipa agli eventi tramite contratti e uno SPONSOR finanzia gli eventi. La generalizzazione permette di mantenere il modello flessibile, ridurre ridondanze e migliorare la gestione delle relazioni tra le entità.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436F936-12FE-4465-A9B9-5BC64FF5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3" y="4602866"/>
            <a:ext cx="8486273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5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53A06F-1E3C-4D04-BAA5-9637441A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577897" cy="627174"/>
          </a:xfrm>
        </p:spPr>
        <p:txBody>
          <a:bodyPr>
            <a:normAutofit fontScale="90000"/>
          </a:bodyPr>
          <a:lstStyle/>
          <a:p>
            <a:r>
              <a:rPr lang="it-IT" dirty="0"/>
              <a:t>MODELLO LOGICO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4E65787-8A46-40D9-9A67-FA94749EC3CA}"/>
              </a:ext>
            </a:extLst>
          </p:cNvPr>
          <p:cNvSpPr txBox="1"/>
          <p:nvPr/>
        </p:nvSpPr>
        <p:spPr>
          <a:xfrm>
            <a:off x="2592924" y="1362046"/>
            <a:ext cx="4776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Il modello logico di </a:t>
            </a:r>
            <a:r>
              <a:rPr lang="it-IT" sz="1600" dirty="0" err="1"/>
              <a:t>GestionEventi</a:t>
            </a:r>
            <a:r>
              <a:rPr lang="it-IT" sz="1600" dirty="0"/>
              <a:t> traduce lo schema E-R finale in tabelle relazionali pronte per l’implementazione. Le entità principali diventano tabelle con chiavi primarie, mentre le relazioni vengono rappresentate tramite chiavi esterne o tabelle associative.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C9684DD-901D-4085-8F7D-BAE282BB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179" y="3193218"/>
            <a:ext cx="6906245" cy="326585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64C2E0A-43ED-4A4D-9C91-91FA57CF9101}"/>
              </a:ext>
            </a:extLst>
          </p:cNvPr>
          <p:cNvSpPr txBox="1"/>
          <p:nvPr/>
        </p:nvSpPr>
        <p:spPr>
          <a:xfrm>
            <a:off x="7685111" y="1362046"/>
            <a:ext cx="39959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La relazione di pagamento è integrata nel biglietto, mentre la sponsorizzazione rimane una tabella associativa molti-a-molti</a:t>
            </a:r>
            <a:r>
              <a:rPr lang="it-IT" dirty="0"/>
              <a:t>.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233BE59-8122-4619-961B-61998496045D}"/>
              </a:ext>
            </a:extLst>
          </p:cNvPr>
          <p:cNvCxnSpPr>
            <a:cxnSpLocks/>
          </p:cNvCxnSpPr>
          <p:nvPr/>
        </p:nvCxnSpPr>
        <p:spPr>
          <a:xfrm>
            <a:off x="7557247" y="1362046"/>
            <a:ext cx="0" cy="1569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714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E2E6CE-382E-4585-A5B0-8623B19B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5000182" cy="756455"/>
          </a:xfrm>
        </p:spPr>
        <p:txBody>
          <a:bodyPr>
            <a:normAutofit fontScale="90000"/>
          </a:bodyPr>
          <a:lstStyle/>
          <a:p>
            <a:r>
              <a:rPr lang="it-IT" dirty="0"/>
              <a:t>VINCOLI DEL DATABASE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511E12-0AF0-4106-A216-B19C66619C61}"/>
              </a:ext>
            </a:extLst>
          </p:cNvPr>
          <p:cNvSpPr txBox="1"/>
          <p:nvPr/>
        </p:nvSpPr>
        <p:spPr>
          <a:xfrm>
            <a:off x="2592925" y="1730189"/>
            <a:ext cx="746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 vincoli nel database </a:t>
            </a:r>
            <a:r>
              <a:rPr lang="it-IT" dirty="0" err="1"/>
              <a:t>GestionEventi</a:t>
            </a:r>
            <a:r>
              <a:rPr lang="it-IT" dirty="0"/>
              <a:t> garantiscono coerenza e integrità dei dati.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Chiavi Primarie: identificano in modo univoco ogni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Chiavi Esterne: collegano soggetti, eventi, luoghi, biglietti, contratti e sponsorizzazioni.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Vincoli Applicativi: assicurano la validità delle relazioni tra clienti, sponsor, artisti ed eventi.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Questi vincoli permettono di mantenere dati affidabili e facilmente interrogabili, supportando gestione, report e viste SQL.</a:t>
            </a:r>
          </a:p>
        </p:txBody>
      </p:sp>
    </p:spTree>
    <p:extLst>
      <p:ext uri="{BB962C8B-B14F-4D97-AF65-F5344CB8AC3E}">
        <p14:creationId xmlns:p14="http://schemas.microsoft.com/office/powerpoint/2010/main" val="64711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C54B49-6BB7-4808-8A78-D5D83E9F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1"/>
            <a:ext cx="5235622" cy="643216"/>
          </a:xfrm>
        </p:spPr>
        <p:txBody>
          <a:bodyPr/>
          <a:lstStyle/>
          <a:p>
            <a:r>
              <a:rPr lang="it-IT" dirty="0"/>
              <a:t>VINCOLI DI INTEGRITA’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34C37ED4-D9AD-480F-9A62-B10C58BA2438}"/>
              </a:ext>
            </a:extLst>
          </p:cNvPr>
          <p:cNvSpPr/>
          <p:nvPr/>
        </p:nvSpPr>
        <p:spPr>
          <a:xfrm>
            <a:off x="1090862" y="2033337"/>
            <a:ext cx="3737811" cy="13956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Integrità di entità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Chiavi Primarie univoche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 duplicati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15D572C4-F4F2-4927-83B5-B54B9525217B}"/>
              </a:ext>
            </a:extLst>
          </p:cNvPr>
          <p:cNvSpPr/>
          <p:nvPr/>
        </p:nvSpPr>
        <p:spPr>
          <a:xfrm>
            <a:off x="7363329" y="2033338"/>
            <a:ext cx="3737810" cy="13956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Integrità referenziale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Chiavi Esterne valide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 record «orfani»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AA19F89-3FBD-4D96-BAE1-1858C698B860}"/>
              </a:ext>
            </a:extLst>
          </p:cNvPr>
          <p:cNvSpPr/>
          <p:nvPr/>
        </p:nvSpPr>
        <p:spPr>
          <a:xfrm>
            <a:off x="1090861" y="3637546"/>
            <a:ext cx="3737811" cy="139566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Integrità di dominio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Tipi corretti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Prezzo &gt;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Email valida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F731AC52-FF8B-41C4-9154-4F4038C06655}"/>
              </a:ext>
            </a:extLst>
          </p:cNvPr>
          <p:cNvSpPr/>
          <p:nvPr/>
        </p:nvSpPr>
        <p:spPr>
          <a:xfrm>
            <a:off x="7363329" y="3637546"/>
            <a:ext cx="3737810" cy="139566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Regole del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Evento→Biglietto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Evento→Contratti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Evento→ Sponsorizzazioni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8F62A70-D83E-4C81-B1D3-EC31F7A8373B}"/>
              </a:ext>
            </a:extLst>
          </p:cNvPr>
          <p:cNvSpPr/>
          <p:nvPr/>
        </p:nvSpPr>
        <p:spPr>
          <a:xfrm>
            <a:off x="4227094" y="5241753"/>
            <a:ext cx="3737811" cy="13956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Controlli Applicativi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Login sicuro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Validazione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Coerenza operazioni</a:t>
            </a:r>
          </a:p>
        </p:txBody>
      </p:sp>
    </p:spTree>
    <p:extLst>
      <p:ext uri="{BB962C8B-B14F-4D97-AF65-F5344CB8AC3E}">
        <p14:creationId xmlns:p14="http://schemas.microsoft.com/office/powerpoint/2010/main" val="3115730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8F27B6-747A-4E34-BA83-5061EECD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5251194" cy="639914"/>
          </a:xfrm>
        </p:spPr>
        <p:txBody>
          <a:bodyPr>
            <a:normAutofit fontScale="90000"/>
          </a:bodyPr>
          <a:lstStyle/>
          <a:p>
            <a:r>
              <a:rPr lang="it-IT" dirty="0"/>
              <a:t>REQUISITI DEL SITO WEB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2A639D-9144-44C0-89F1-66D6D788B212}"/>
              </a:ext>
            </a:extLst>
          </p:cNvPr>
          <p:cNvSpPr txBox="1"/>
          <p:nvPr/>
        </p:nvSpPr>
        <p:spPr>
          <a:xfrm>
            <a:off x="2592924" y="1527642"/>
            <a:ext cx="79495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GestionEventi</a:t>
            </a:r>
            <a:r>
              <a:rPr lang="it-IT" dirty="0"/>
              <a:t> è una piattaforma web che permette agli utenti di consultare e gestire eventi in modo semplice e completo.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 I clienti registrati possono effettuare login, logout e aggiornare i propri dati personali. Possono visualizzare gli eventi disponibili, consultare dettagli su data, luogo e artisti, acquistare biglietti e verificare lo stato dei pagamenti.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 Gli artisti partecipano agli eventi tramite contratti, mentre gli sponsor possono supportare economicamente uno o più eventi. 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Il sito consente di filtrare gli eventi per genere, data o luogo, facilitando la ricerca e la consultazione delle informazioni. 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Tutti i dati del sito sono collegati al database e aggiornati in modo coerente, garantendo integrità, ordine e facilità di gestione. </a:t>
            </a:r>
          </a:p>
        </p:txBody>
      </p:sp>
    </p:spTree>
    <p:extLst>
      <p:ext uri="{BB962C8B-B14F-4D97-AF65-F5344CB8AC3E}">
        <p14:creationId xmlns:p14="http://schemas.microsoft.com/office/powerpoint/2010/main" val="370613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6589EB-F968-4C89-929D-F7269248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188" y="340660"/>
            <a:ext cx="9774423" cy="1039906"/>
          </a:xfrm>
        </p:spPr>
        <p:txBody>
          <a:bodyPr>
            <a:normAutofit fontScale="90000"/>
          </a:bodyPr>
          <a:lstStyle/>
          <a:p>
            <a:r>
              <a:rPr lang="it-IT" dirty="0"/>
              <a:t>REGISTRAZIONE, LOGIN, MODIFICA PASSWORD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4C3228-40D9-4C42-BEC0-5E887447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80566"/>
            <a:ext cx="2954258" cy="263919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1563ADA-AED2-4A8F-95D9-7A38EDD4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775" y="1380566"/>
            <a:ext cx="2360074" cy="257037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0811BD7-E7B2-4866-9430-8D1E450B8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776" y="4019758"/>
            <a:ext cx="2360074" cy="263919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D7CA3BE-2808-44C1-BC78-38B948D4A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459" y="2447591"/>
            <a:ext cx="4356885" cy="157216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BE8196C-4D2E-46EB-9E6C-9DF3346A3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237" y="4054165"/>
            <a:ext cx="2701328" cy="257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2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DF9215-1E47-4B65-AD79-FE28CA92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4596770" cy="720596"/>
          </a:xfrm>
        </p:spPr>
        <p:txBody>
          <a:bodyPr/>
          <a:lstStyle/>
          <a:p>
            <a:r>
              <a:rPr lang="it-IT" dirty="0"/>
              <a:t>SCHERMATA HOME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5C58145-2F07-4D02-B26C-5E9CB50E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99" y="1498565"/>
            <a:ext cx="5500501" cy="281935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DCBC312-46CD-45A9-AE18-E7BA65C52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82" y="1498565"/>
            <a:ext cx="5500501" cy="230568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65C5FB3-A602-4775-8546-452A5E0FE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82" y="4038789"/>
            <a:ext cx="5500501" cy="26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93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CD1E89-A939-4461-8F1E-B76388B3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173688" cy="684737"/>
          </a:xfrm>
        </p:spPr>
        <p:txBody>
          <a:bodyPr/>
          <a:lstStyle/>
          <a:p>
            <a:r>
              <a:rPr lang="it-IT" dirty="0"/>
              <a:t>ESPLORA EVENTI, ARTISTI e SPONSOR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1454CBF-65A6-4D78-B335-19C9D71AA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49" y="1608420"/>
            <a:ext cx="5659551" cy="3429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E71C877-C544-4507-8368-33E7E551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062" y="1608420"/>
            <a:ext cx="5659551" cy="26301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184306B-0CEA-4724-A4B9-09D7D8BB4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061" y="4227825"/>
            <a:ext cx="5659551" cy="26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07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D2D9AE-36E2-46AE-9741-534BE03B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3879594" cy="657843"/>
          </a:xfrm>
        </p:spPr>
        <p:txBody>
          <a:bodyPr/>
          <a:lstStyle/>
          <a:p>
            <a:r>
              <a:rPr lang="it-IT" dirty="0"/>
              <a:t>DETTAGLI EVENTI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AAF3E13-3010-48C9-9528-5E3466E92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1853428"/>
            <a:ext cx="5761220" cy="315114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8F27E1E-9599-4D04-9410-4FE1E92DF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215" y="1853428"/>
            <a:ext cx="5321949" cy="259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6814D1-D19B-46A9-9D0D-48901282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5878723" cy="684737"/>
          </a:xfrm>
        </p:spPr>
        <p:txBody>
          <a:bodyPr/>
          <a:lstStyle/>
          <a:p>
            <a:r>
              <a:rPr lang="it-IT" dirty="0"/>
              <a:t>PRENOTAZIONE BIGLIETTO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2E1D58A-6E7F-4ABA-A8B8-32A9E81B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89" y="3429000"/>
            <a:ext cx="5836022" cy="294104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85400FE-BD94-4188-8DA4-0BBF217F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899" y="1576554"/>
            <a:ext cx="7164202" cy="167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71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6234E-CD23-42BE-8FB7-43B9C083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4892605" cy="693702"/>
          </a:xfrm>
        </p:spPr>
        <p:txBody>
          <a:bodyPr/>
          <a:lstStyle/>
          <a:p>
            <a:r>
              <a:rPr lang="it-IT" dirty="0"/>
              <a:t>DASHBOARD CLIENTE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1A8E823-DBDB-43E8-BB90-9F30E5B4B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75" y="1748117"/>
            <a:ext cx="8952250" cy="460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4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8F384-E84F-47B6-A629-908F09C0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862" y="3035968"/>
            <a:ext cx="5438275" cy="786063"/>
          </a:xfrm>
        </p:spPr>
        <p:txBody>
          <a:bodyPr/>
          <a:lstStyle/>
          <a:p>
            <a:r>
              <a:rPr lang="it-IT" dirty="0"/>
              <a:t>Grazie per l’attenzione!</a:t>
            </a:r>
          </a:p>
        </p:txBody>
      </p:sp>
    </p:spTree>
    <p:extLst>
      <p:ext uri="{BB962C8B-B14F-4D97-AF65-F5344CB8AC3E}">
        <p14:creationId xmlns:p14="http://schemas.microsoft.com/office/powerpoint/2010/main" val="3648140250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1252</Words>
  <Application>Microsoft Office PowerPoint</Application>
  <PresentationFormat>Widescreen</PresentationFormat>
  <Paragraphs>92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Filo</vt:lpstr>
      <vt:lpstr>DATABASE GestionEventi</vt:lpstr>
      <vt:lpstr>REQUISITI DATABASE</vt:lpstr>
      <vt:lpstr>REQUISITI DATABASE</vt:lpstr>
      <vt:lpstr>SCHEMA E-R INIZIALE</vt:lpstr>
      <vt:lpstr>SCHEMA E-R INIZIALE</vt:lpstr>
      <vt:lpstr>SCHEMA E-R FINALE</vt:lpstr>
      <vt:lpstr>ALTERNATIVE DI GENERALIZZAZIONE</vt:lpstr>
      <vt:lpstr>GENERALIZZAZIONE DEI SOGGETTI</vt:lpstr>
      <vt:lpstr>MODELLO LOGICO </vt:lpstr>
      <vt:lpstr>VINCOLI DEL DATABASE</vt:lpstr>
      <vt:lpstr>VINCOLI DI INTEGRITA’</vt:lpstr>
      <vt:lpstr>REQUISITI DEL SITO WEB</vt:lpstr>
      <vt:lpstr>REGISTRAZIONE, LOGIN, MODIFICA PASSWORD</vt:lpstr>
      <vt:lpstr>SCHERMATA HOME</vt:lpstr>
      <vt:lpstr>ESPLORA EVENTI, ARTISTI e SPONSOR</vt:lpstr>
      <vt:lpstr>DETTAGLI EVENTI</vt:lpstr>
      <vt:lpstr>PRENOTAZIONE BIGLIETTO </vt:lpstr>
      <vt:lpstr>DASHBOARD CLIENTE</vt:lpstr>
      <vt:lpstr>Grazie per l’attenzione!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GestionEventi</dc:title>
  <dc:creator>ANTONIO PESCE</dc:creator>
  <cp:lastModifiedBy>ANTONIO PESCE</cp:lastModifiedBy>
  <cp:revision>24</cp:revision>
  <dcterms:created xsi:type="dcterms:W3CDTF">2026-06-24T11:22:35Z</dcterms:created>
  <dcterms:modified xsi:type="dcterms:W3CDTF">2026-06-26T16:00:39Z</dcterms:modified>
</cp:coreProperties>
</file>